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3"/>
    <p:sldId id="257" r:id="rId4"/>
    <p:sldId id="262" r:id="rId5"/>
    <p:sldId id="263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8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9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22655"/>
            <a:ext cx="12192000" cy="50120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48995"/>
            <a:ext cx="12192000" cy="51593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58850"/>
            <a:ext cx="12192000" cy="49403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75030"/>
            <a:ext cx="12192000" cy="51073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60755"/>
            <a:ext cx="12192000" cy="49364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73455"/>
            <a:ext cx="12192000" cy="49104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BellXP</cp:lastModifiedBy>
  <cp:revision>165</cp:revision>
  <dcterms:created xsi:type="dcterms:W3CDTF">2026-03-05T02:47:30Z</dcterms:created>
  <dcterms:modified xsi:type="dcterms:W3CDTF">2026-03-05T02:47:30Z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2052-12.1.25201.25201</vt:lpwstr>
  </property>
  <property fmtid="{D5CDD505-2E9C-101B-9397-08002B2CF9AE}" pid="3" name="ICV">
    <vt:lpwstr>D1E51327EA82B3B939EDA86903CACCAA_41</vt:lpwstr>
  </property>
</Properties>
</file>