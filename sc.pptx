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3"/>
    <p:sldId id="257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7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7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7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7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3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5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8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9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71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2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22655"/>
            <a:ext cx="12192000" cy="501205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48995"/>
            <a:ext cx="12192000" cy="515937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58850"/>
            <a:ext cx="12192000" cy="49403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75030"/>
            <a:ext cx="12192000" cy="510730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32815"/>
            <a:ext cx="12192000" cy="49917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72185"/>
            <a:ext cx="12192000" cy="491363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084580"/>
            <a:ext cx="12192000" cy="468884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36015"/>
            <a:ext cx="12192000" cy="458597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11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Wingdings</vt:lpstr>
      <vt:lpstr>微软雅黑</vt:lpstr>
      <vt:lpstr>汉仪旗黑</vt:lpstr>
      <vt:lpstr>宋体</vt:lpstr>
      <vt:lpstr>Arial Unicode MS</vt:lpstr>
      <vt:lpstr>苹方-简</vt:lpstr>
      <vt:lpstr>汉仪书宋二KW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BellXP</cp:lastModifiedBy>
  <cp:revision>167</cp:revision>
  <dcterms:created xsi:type="dcterms:W3CDTF">2026-03-06T01:39:15Z</dcterms:created>
  <dcterms:modified xsi:type="dcterms:W3CDTF">2026-03-06T01:39:15Z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2052-12.1.25201.25201</vt:lpwstr>
  </property>
  <property fmtid="{D5CDD505-2E9C-101B-9397-08002B2CF9AE}" pid="3" name="ICV">
    <vt:lpwstr>D1E51327EA82B3B939EDA86903CACCAA_41</vt:lpwstr>
  </property>
</Properties>
</file>