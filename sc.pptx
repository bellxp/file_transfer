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56" r:id="rId3"/>
    <p:sldId id="257" r:id="rId4"/>
    <p:sldId id="262" r:id="rId5"/>
    <p:sldId id="263" r:id="rId6"/>
    <p:sldId id="264" r:id="rId7"/>
    <p:sldId id="265" r:id="rId8"/>
    <p:sldId id="266" r:id="rId9"/>
    <p:sldId id="267" r:id="rId10"/>
    <p:sldId id="268" r:id="rId1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handoutMaster" Target="handoutMasters/handoutMaster1.xml"/><Relationship Id="rId12" Type="http://schemas.openxmlformats.org/officeDocument/2006/relationships/notesMaster" Target="notesMasters/notesMaster1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04000"/>
            <a:ext cx="5342400" cy="4140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04000"/>
            <a:ext cx="5342400" cy="4140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397600"/>
            <a:ext cx="9799200" cy="11052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5040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ea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7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7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7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7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63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64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65.xml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66.xml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6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68.xml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69.xml"/><Relationship Id="rId1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70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7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922655"/>
            <a:ext cx="12192000" cy="501205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848995"/>
            <a:ext cx="12192000" cy="515937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958850"/>
            <a:ext cx="12192000" cy="494030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875030"/>
            <a:ext cx="12192000" cy="510730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932815"/>
            <a:ext cx="12192000" cy="499173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972185"/>
            <a:ext cx="12192000" cy="491363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4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6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7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8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9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0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1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WPS 演示</Application>
  <PresentationFormat>宽屏</PresentationFormat>
  <Paragraphs>0</Paragraphs>
  <Slides>9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20" baseType="lpstr">
      <vt:lpstr>Arial</vt:lpstr>
      <vt:lpstr>宋体</vt:lpstr>
      <vt:lpstr>Wingdings</vt:lpstr>
      <vt:lpstr>Wingdings</vt:lpstr>
      <vt:lpstr>微软雅黑</vt:lpstr>
      <vt:lpstr>汉仪旗黑</vt:lpstr>
      <vt:lpstr>宋体</vt:lpstr>
      <vt:lpstr>Arial Unicode MS</vt:lpstr>
      <vt:lpstr>苹方-简</vt:lpstr>
      <vt:lpstr>汉仪书宋二KW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BellXP</cp:lastModifiedBy>
  <cp:revision>166</cp:revision>
  <dcterms:created xsi:type="dcterms:W3CDTF">2026-03-05T14:10:50Z</dcterms:created>
  <dcterms:modified xsi:type="dcterms:W3CDTF">2026-03-05T14:10:50Z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2052-12.1.25201.25201</vt:lpwstr>
  </property>
  <property fmtid="{D5CDD505-2E9C-101B-9397-08002B2CF9AE}" pid="3" name="ICV">
    <vt:lpwstr>D1E51327EA82B3B939EDA86903CACCAA_41</vt:lpwstr>
  </property>
</Properties>
</file>